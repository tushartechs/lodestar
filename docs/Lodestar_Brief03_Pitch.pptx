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On real meters, demand landed inside our range in 5 of 6 site-years, and right-sizing roughly halves the cost of power.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A calibrated range, a growth curve and a lender view, validated on meters: none of the open tools we found do all four.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under 1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Free for villagers, under a second of compute per forecast, and self-funding at about 200 paid reports a year.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Live today on real data; the next step is a 10-site pilot with developers bidding into Nigeria's DARES programme.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Energy Hackathon Pitch Template</dc:title>
  <dc:subject>PptxGenJS Presentation</dc:subject>
  <dc:creator>Tasha A. McCarter</dc:creator>
  <cp:lastModifiedBy>Tasha A. McCarter</cp:lastModifiedBy>
  <cp:revision>1</cp:revision>
  <dcterms:created xsi:type="dcterms:W3CDTF">2026-10-25T22:45:11Z</dcterms:created>
  <dcterms:modified xsi:type="dcterms:W3CDTF">2026-10-25T22:45:11Z</dcterms:modified>
</cp:coreProperties>
</file>